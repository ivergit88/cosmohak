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 для проектирования</a:t>
            </a:r>
            <a:endParaRPr lang="en-US" sz="37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проверки устойчивости спутниковой группировки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очереди запуска · 3 северных пункта · 1 шлюз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кейса: ≥90% времени со сквозным маршрутом для каждого пункта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281160" y="4114800"/>
            <a:ext cx="22402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pic>
        <p:nvPicPr>
          <p:cNvPr id="11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2" y="4206240"/>
            <a:ext cx="1920240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0" y="62819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открыт прямо сейчас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отсканируйте и попробуйте сами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800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 не означает, что связь есть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Услуга работает, только если в каждый момент есть полный маршрут:
</a:t>
            </a:r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развёртывания, RAAN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фазирование, отказы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проектные параметры до запуска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по суткам на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отсчётах; каждый разрыв имеет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объяснённую причину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принятия решения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выгружаются в официальном формате result JSON: один маршрут на каждую пару «отсчёт × пункт» (в базовом сценарии — 2160 записей).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документам кейса: постановка задачи, описание данных,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экран: конфигурация → состояние сети → рекомендация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Конфигурация            →        ② Сеть: маршрут или причина разрыва        →        ③ Доступность и рекомендация</a:t>
            </a:r>
            <a:endParaRPr lang="en-US" sz="1200" dirty="0"/>
          </a:p>
        </p:txBody>
      </p:sp>
      <p:pic>
        <p:nvPicPr>
          <p:cNvPr id="5" name="Image 0" descr="C:\Users\Administrator\Desktop\cosmohak\presentation\img\crop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1783080" cy="34198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1783080" cy="3419856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7" name="Image 1" descr="C:\Users\Administrator\Desktop\cosmohak\presentation\img\crop_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810512"/>
            <a:ext cx="6464808" cy="3931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60320" y="1810512"/>
            <a:ext cx="6464808" cy="393192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9" name="Image 2" descr="C:\Users\Administrator\Desktop\cosmohak\presentation\img\crop_summa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5870448"/>
            <a:ext cx="5120640" cy="8686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560320" y="5870448"/>
            <a:ext cx="5120640" cy="86868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555480" y="21031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на русском: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сценарий жюри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 без правок кода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555480" y="374904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сети, шкала состояний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всем пунктам, таблица метрик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рекомендация с цифрами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выдерживает цель — ранняя стадия и стресс-сценарии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полная конфигурация: </a:t>
            </a:r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выше целевых 90%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доступность 96.7–98.9%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86384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цель достигается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2697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2–8 мин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30098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очередь (этап 2)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638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61.8–66.0%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5.5 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03250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очередь (этап 1)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13.3 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63840" y="476402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0" y="4892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аппаратов в отказе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63840" y="5166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24 мин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63840" y="549554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5623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МСC 2000 км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63840" y="5897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62.2–77.5%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 ч 58 мин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 по официальному geometry.py: 720 отсчётов, стратегия «минимум длины»;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процент доступности — а почему сеть теряет связь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 в ранжировании критичности
по single-outage анализу:
</a:t>
            </a:r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минимальную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на 2.36 п.п., затрагивает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пункта, 45 отсчётов теряют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645920"/>
            <a:ext cx="71323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8745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6320" y="2441448"/>
            <a:ext cx="118872" cy="118872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1" name="Text 9"/>
          <p:cNvSpPr/>
          <p:nvPr/>
        </p:nvSpPr>
        <p:spPr>
          <a:xfrm>
            <a:off x="5138928" y="2322576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разрыв объяснён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38928" y="2633472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32186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аппарата — сразу эффект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138928" y="3529584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41148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по каждому пункту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38928" y="4425696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доступности и перерывов до и после отказа — ещё до принятия решения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501091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прочности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38928" y="5321808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маршруты, не пересекающиеся с основным, и их доля по времени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уязвимостей считается за один проход по сетке, без пересчёта орбитальной геометрии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выше целевого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уровня в базовой полной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7472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47472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 причин разрыва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 и отказы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до принятия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735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84448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проверенных этапов развертывания и стресс-сценариев целевой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≥90% для всех трёх пунктов достигается только на этапе 3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штатной дальности ISL 3000 км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73659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 доступности  ·  каждый разрыв воспроизводим в сервисе и в тестах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81160" y="4343400"/>
            <a:ext cx="21488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</p:sp>
      <p:pic>
        <p:nvPicPr>
          <p:cNvPr id="15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462272"/>
            <a:ext cx="1920240" cy="19202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5577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·  </a:t>
            </a:r>
            <a:pPr indent="0" marL="0">
              <a:buNone/>
            </a:pPr>
            <a:r>
              <a:rPr lang="en-US" sz="125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  ·  gitverse.ru/hackrus.experts/kosmo-nizni_klodiki_148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 → граф → маршрут → объяснение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(geometry.py)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01568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Динамический граф сети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отсчёте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70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маршрут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длины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723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2016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+ причина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каждого разрыва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по реальной геометрии сети.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временном шаге строится актуальный граф, маршрут минимизирует суммарную геометрическую длину; при равенстве результат детерминирован. Baseline — минимум переходов (BFS): достижимость идентична, различается конкретный путь.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корректности: </a:t>
            </a:r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движок + независимая parity-реализация по формулам «Описания данных» — координаты, активность, связи и углы возвышения совпадают в тестах. Границы отказов [start; end), сетка 0…horizon без правого конца.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цепочки: анализ причин → критичность → рекомендация — всё на той же официальной модели.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запускается одной командой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автотест: валидация (44 граничных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кейса), маршрутизация, метрики,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401568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реализации геометрии: официальная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независимая — parity-тесты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254496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9107424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Docker: образ собирается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работает без API-ключей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внешних сервисов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четырём сценариям кейса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расчёты детерминированы: те же входные данные — тот же результат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зафиксированы точными версиями; абсолютных путей в коде нет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официальный формат + отдельный файл анализа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E1B2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C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"t_s": 120, "client_id": "...",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"path": ["...", "...", "..."]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Расширения официальный формат допускает — мы сознательно вынесли их в analysis_report.json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6647688" y="1728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запись на «отсчёт × пункт»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7688" y="203911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— маршрут отсутствует; в базовом сценарии 2160 записей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71216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752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— весь сценарий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7688" y="3063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включая все изменения пользователя; повторно загружается сервисом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389534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6647688" y="37764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analysis_report.json — отдельно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47688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сводки, стратегия маршрутизации, интервалы перерывов с причинами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49194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647688" y="4800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47688" y="5111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записей, валидность каждого пути в свой момент, реимпорт сценария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 И РЕЗЕРВ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Критичные аппараты при одиночном отказе и запас прочности сети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критичности (полная группировка, single-outage анализ)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2.08 п.п.   ·   теряют маршрут 45 отсчётов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35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1.99 п.п.   ·   теряют маршрут 43 отсчёта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9584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48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37360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1.94 п.п.   ·   теряют маршрут 42 отсчёта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 затронуты у каждого из лидеров. Кнопка «применить отказ» переносит виртуальный отказ в сценарий — инженер сразу видит перестроение.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78040" y="1600200"/>
            <a:ext cx="44805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52360" y="1965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37744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ищется путь, не пересекающийся с основным по спутникам (node-disjoint)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времени с резервом — метрика запаса прочности каждого пункта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базовом сценарии резерв существует в 17–38% подключённого времени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маршрутов считаются аналитикой (route changes), на доступность не влияют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входит в базовую модель — и следующий шаг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рамками базовой модели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локальный горизонт пунктов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городская застройка и локальные препятствия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многолучёвость и радиочастотный бюджет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(вспомогательная функция sunlight вне рамок кейса)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handover — по разъяснению эксперта независимый выбор маршрута на каждом шаге достаточен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7E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маска горизонта для каждого пункта поверх официальной модели возвышения — рельеф и urban obstruction без изменения ядра орбитальной модели.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готово к этому: </a:t>
            </a:r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любые environment-значения из JSON, валидация изолирована, регрессионные тесты не дадут тихо изменить официальную модель.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Рельеф/застройка упомянуты постановщиком как развитие и не влияют на текущие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инженерный веб-сервис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2026-09-12T18:44:17Z</dcterms:created>
  <dcterms:modified xsi:type="dcterms:W3CDTF">2026-09-12T18:44:17Z</dcterms:modified>
</cp:coreProperties>
</file>