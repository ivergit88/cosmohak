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C65</c:v>
                </c:pt>
              </c:strCache>
            </c:strRef>
          </c:tx>
          <c:spPr>
            <a:solidFill>
              <a:srgbClr val="1450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96.67</c:v>
                </c:pt>
                <c:pt idx="1">
                  <c:v>27.22</c:v>
                </c:pt>
                <c:pt idx="2">
                  <c:v>79.31</c:v>
                </c:pt>
                <c:pt idx="3">
                  <c:v>77.5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C70</c:v>
                </c:pt>
              </c:strCache>
            </c:strRef>
          </c:tx>
          <c:spPr>
            <a:solidFill>
              <a:srgbClr val="3B7A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98.75</c:v>
                </c:pt>
                <c:pt idx="1">
                  <c:v>15.83</c:v>
                </c:pt>
                <c:pt idx="2">
                  <c:v>80.83</c:v>
                </c:pt>
                <c:pt idx="3">
                  <c:v>62.22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C72</c:v>
                </c:pt>
              </c:strCache>
            </c:strRef>
          </c:tx>
          <c:spPr>
            <a:solidFill>
              <a:srgbClr val="F2A00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98.89</c:v>
                </c:pt>
                <c:pt idx="1">
                  <c:v>12.64</c:v>
                </c:pt>
                <c:pt idx="2">
                  <c:v>82.5</c:v>
                </c:pt>
                <c:pt idx="3">
                  <c:v>65.14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Цель 90%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F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0:00–0:15. «Инженерный веб-сервис для проектирования и проверки устойчивости спутниковой группировки». Условия не пересказываем — жюри знает кейс.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0:15–0:45. Главная мысль: видимый спутник ≠ связь. Нужен полный маршрут клиент → спутник → МСC → шлюз. Наш сервис проектирует конфигурацию, пересчитывает сеть и объясняет каждый разрыв.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0:45–1:25. Показываем глазами цепочку: слева настройки конфигурации → в центре сеть и маршрут/причина → справа итоги и рекомендация. (Если есть скринкаст ≤20 сек — здесь.)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1:25–2:10. Не читать все 12 чисел! Сказать: полная группировка — 3 из 3 пунктов выше цели (96.7–98.9%); первая очередь — 12.6–27.2% с перерывами до 13 часов; стресс-сценарии показывают границы архитектуры.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2:10–2:50. «Мы не только фиксируем отказ связи — мы показываем причину, перестроение маршрута и последствия для каждого пункта. S44 — самый критичный аппарат по нашему анализу: отказ снижает min-доступность на 2.36 п.п.»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2:50–3:30 (финальная фраза до 4:00). Резюме оставить на экране во время вопросов: 3/3 выше цели, каждый разрыв объясним, сравнение до решения. Рекомендация: среди исследованных сценариев — полная группировка и ISL 3000 км.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Отвечает на вопрос «почему такой алгоритм маршрутизации?» — Дейкстра по длине, детерминизм, parity с официальным модулем.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«Как проверяли корректность?» — 131 тест, чистый запуск по README, Docker, воспроизводимость.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«Как устроен экспорт?» — строгая официальная схема, реимпорт effective_scenario, analysis report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«Какие аппараты самые уязвимые? Есть ли резерв?» — top-критичность с числами, node-disjoint резерв.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«Что дальше / где ограничения?» — рельеф и застройка как horizon mask поверх официальной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3108960"/>
            <a:ext cx="8686800" cy="8686800"/>
          </a:xfrm>
          <a:prstGeom prst="ellipse">
            <a:avLst/>
          </a:prstGeom>
          <a:ln w="17780">
            <a:solidFill>
              <a:srgbClr val="3B7AB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737360"/>
            <a:ext cx="5943600" cy="5943600"/>
          </a:xfrm>
          <a:prstGeom prst="ellipse">
            <a:avLst/>
          </a:prstGeom>
          <a:ln w="13970">
            <a:solidFill>
              <a:srgbClr val="3B7AB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0928" y="1481328"/>
            <a:ext cx="182880" cy="1828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7360920" y="4663440"/>
            <a:ext cx="118872" cy="118872"/>
          </a:xfrm>
          <a:prstGeom prst="ellipse">
            <a:avLst/>
          </a:prstGeom>
          <a:solidFill>
            <a:srgbClr val="9FC0D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КЕЙС «ПРОЕКТИРОВАНИЕ УСТОЙЧИВОЙ СПУТНИКОВОЙ ГРУППИРОВКИ»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Инженерный веб-сервис для проектирования</a:t>
            </a:r>
            <a:endParaRPr lang="en-US" sz="37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проверки устойчивости спутниковой группировки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спутников · 3 очереди запуска · 3 северных пункта · 1 шлюз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уровень кейса: ≥90% времени со сквозным маршрутом для каждого пункта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281160" y="4114800"/>
            <a:ext cx="2240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pic>
        <p:nvPicPr>
          <p:cNvPr id="11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2" y="4206240"/>
            <a:ext cx="1920240" cy="1920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0" y="62819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открыт прямо сейчас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отсканируйте и попробуйте сами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2926080" cy="0"/>
          </a:xfrm>
          <a:prstGeom prst="line">
            <a:avLst/>
          </a:prstGeom>
          <a:noFill/>
          <a:ln w="31750">
            <a:solidFill>
              <a:srgbClr val="F2A00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800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kosmo-nizni_klodiki_148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github.com/ivergit88/cosmohak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 над горизонтом ещё не означает, что связь есть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Услуга работает, только если в каждый момент есть полный маршрут:
</a:t>
            </a:r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→ спутник → межспутниковая сеть → шлюз.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развёртывания, RAAN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фазирование, отказы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проектные параметры до запуска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31012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Сквозные маршруты по суткам на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отсчётах; каждый разрыв имеет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объяснённую причину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31012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по доступности,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перерывам и устойчивости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принятия решения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выгружаются в официальном формате result JSON: один маршрут на каждую пару «отсчёт × пункт» (в базовом сценарии — 2160 записей).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документам кейса: постановка задачи, описание данных, критерии оценки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экран: конфигурация → состояние сети → рекомендация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Конфигурация            →        ② Сеть: маршрут или причина разрыва        →        ③ Доступность и рекомендация</a:t>
            </a:r>
            <a:endParaRPr lang="en-US" sz="1200" dirty="0"/>
          </a:p>
        </p:txBody>
      </p:sp>
      <p:pic>
        <p:nvPicPr>
          <p:cNvPr id="5" name="Image 0" descr="C:\Users\Administrator\Desktop\cosmohak\presentation\img\crop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1783080" cy="34198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10512"/>
            <a:ext cx="1783080" cy="3419856"/>
          </a:xfrm>
          <a:prstGeom prst="rect">
            <a:avLst/>
          </a:prstGeom>
          <a:ln w="12700">
            <a:solidFill>
              <a:srgbClr val="3B7AB8"/>
            </a:solidFill>
            <a:prstDash val="solid"/>
          </a:ln>
        </p:spPr>
      </p:sp>
      <p:pic>
        <p:nvPicPr>
          <p:cNvPr id="7" name="Image 1" descr="C:\Users\Administrator\Desktop\cosmohak\presentation\img\crop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810512"/>
            <a:ext cx="6464808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0320" y="1810512"/>
            <a:ext cx="6464808" cy="3931920"/>
          </a:xfrm>
          <a:prstGeom prst="rect">
            <a:avLst/>
          </a:prstGeom>
          <a:ln w="12700">
            <a:solidFill>
              <a:srgbClr val="3B7AB8"/>
            </a:solidFill>
            <a:prstDash val="solid"/>
          </a:ln>
        </p:spPr>
      </p:sp>
      <p:pic>
        <p:nvPicPr>
          <p:cNvPr id="9" name="Image 2" descr="C:\Users\Administrator\Desktop\cosmohak\presentation\img\crop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5870448"/>
            <a:ext cx="5120640" cy="8686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60320" y="5870448"/>
            <a:ext cx="5120640" cy="868680"/>
          </a:xfrm>
          <a:prstGeom prst="rect">
            <a:avLst/>
          </a:prstGeom>
          <a:ln w="12700">
            <a:solidFill>
              <a:srgbClr val="3B7AB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555480" y="2103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на русском: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скрытый сценарий жюри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проходит без правок кода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555480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3D-схема сети, шкала состояний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всем пунктам, таблица метрик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рекомендация с цифрами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 выдерживает цель — ранняя стадия и стресс-сценарии нет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3F0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полная конфигурация: </a:t>
            </a:r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3 пунктов выше целевых 90%</a:t>
            </a:r>
            <a:pPr indent="0" marL="0">
              <a:buNone/>
            </a:pPr>
            <a:r>
              <a:rPr lang="en-US" sz="15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доступность 96.7–98.9%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цель достигается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96.7–98.9%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перерывы 2–8 мин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3401568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1-я очередь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12.6–27.2%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перерывы до 13.3 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63840" y="4242816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4425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аппаратов в отказе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63840" y="4700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79.3–82.5%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перерывы 20–24 мин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63840" y="5084064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МСC 2000 км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0" y="5541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62.2–77.5%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перерывы до 3 ч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команды по официальному geometry.py: 720 отсчётов, стратегия «минимум длины»; числа зафиксированы регрессионными тестами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только процент доступности — а почему сеть теряет связь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критичный аппарат
по single-outage анализу: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снижает минимальную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на 2.36 п.п., затрагивает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три пункта, 45 отсчётов теряют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71323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874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инженер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2441448"/>
            <a:ext cx="118872" cy="118872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232257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разрыв объяснён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38928" y="2633472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видимого спутника · шлюз в отказе · нет контакта шлюза · разрыв межспутниковой сети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7560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4" name="Text 12"/>
          <p:cNvSpPr/>
          <p:nvPr/>
        </p:nvSpPr>
        <p:spPr>
          <a:xfrm>
            <a:off x="5138928" y="3218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аппарата — сразу эффект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38928" y="352958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перестроение маршрута или новый перерыв с точным интервалом [начало; конец)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4233672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41148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 по каждому пункту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38928" y="442569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доступности и перерывов до и после отказа — ещё до принятия решения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5129784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501091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прочности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38928" y="5321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маршруты, не пересекающиеся с основным, и их доля по времени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уязвимостей считается за один проход по сетке, без пересчёта орбитальной геометрии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2194560"/>
            <a:ext cx="8686800" cy="8686800"/>
          </a:xfrm>
          <a:prstGeom prst="ellipse">
            <a:avLst/>
          </a:prstGeom>
          <a:ln w="16510">
            <a:solidFill>
              <a:srgbClr val="3B7AB8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пунктов выше целевого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уровня в базовой полной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74720" y="1280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из 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0" y="2103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категорий причин разрыва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перерыв имеет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vs 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конфигурации и отказы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сравниваются до принятия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12700">
            <a:solidFill>
              <a:srgbClr val="3B7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исследованных сценариев и проверенных конфигураций ≥90%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всех трёх пунктов обеспечивает полная группировка при ISL 3000 км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8646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96.7–98.9% доступности  ·  каждый разрыв воспроизводим в сервисе и в тестах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81160" y="4343400"/>
            <a:ext cx="21488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</p:sp>
      <p:pic>
        <p:nvPicPr>
          <p:cNvPr id="15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4462272"/>
            <a:ext cx="1920240" cy="19202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5577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kosmo-nizni_klodiki_148  ·  </a:t>
            </a:r>
            <a:pPr indent="0" marL="0">
              <a:buNone/>
            </a:pPr>
            <a:r>
              <a:rPr lang="en-US" sz="125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github.com/ivergit88/cosmohak  ·  gitverse.ru/hackrus.experts/kosmo-nizni_klodiki_148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Вопросы?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АЛГОРИТМ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геометрия → граф → маршрут → объяснение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9FC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геометрия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организаторов (geometry.py)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9FC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Динамический граф сети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каждом отсчёте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704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54496" y="18288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9FC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маршрут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минимальной длины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233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07424" y="18288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9FC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72016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+ причина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каждого разрыва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— Дейкстра по физической длине доступных линий связи.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каждом временном шаге строится актуальный граф, маршрут минимизирует суммарную геометрическую длину; при равенстве результат детерминирован. Baseline — минимум переходов (BFS): достижимость идентична, различается конкретный путь.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корректности: </a:t>
            </a:r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движок + независимая parity-реализация по формулам «Описания данных» — координаты, активность, связи и углы возвышения совпадают в тестах. Границы отказов [start; end), сетка 0…horizon без правого конца.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 цепочки: анализ причин → критичность → рекомендация — всё на той же официальной модели.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КАЧЕСТВО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Проверяемо, воспроизводимо, запускается одной командой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автотест: валидация (44 граничных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кейса), маршрутизация, метрики,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интерфейс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01568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401568" y="26974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реализации геометрии: официальная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независимая — parity-тесты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совпадения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54496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254496" y="26974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по README на свежем venv: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→ streamlit run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проверено, HTTP 200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07424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9107424" y="26974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Docker: образ собирается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работает без API-ключей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внешних сервисов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9FC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регрессионные числа зафиксированы тестами по всем четырём сценариям кейса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повторные расчёты детерминированы: те же входные данные — тот же результат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зафиксированы точными версиями; абсолютных путей в коде нет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ЭКСПОРТ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Строгий официальный формат — и отдельный файл анализа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E1B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CC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"cosmo-A-result-1.0",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"effective_scenario": { ... },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"routes": [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"t_s": 120, "client_id": "...",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"path": ["...", "...", "..."] },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result.json — ровно обязательные поля, без дополнений: структура критична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47088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17282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запись на «отсчёт × пункт»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47688" y="20391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пустой path — маршрут отсутствует; в базовом сценарии 2160 записей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871216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2752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effective_scenario — весь сценарий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47688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включая все изменения пользователя; повторно загружается сервисом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895344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6" name="Text 14"/>
          <p:cNvSpPr/>
          <p:nvPr/>
        </p:nvSpPr>
        <p:spPr>
          <a:xfrm>
            <a:off x="6647688" y="37764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analysis_report.json — отдельно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47688" y="4087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сводки, стратегия маршрутизации, интервалы перерывов с причинами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919472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48006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тестами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47688" y="511149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записей, валидность каждого пути в свой момент, реимпорт сценария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КРИТИЧНОСТЬ И РЕЗЕРВ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of failure и запас прочности сети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критичности (полная группировка, single-outage анализ)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7E6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402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2.36 п.п.   ·   Δmean 2.08 п.п.   ·   теряют маршрут 45 отсчётов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35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2953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2.36 п.п.   ·   Δmean 1.99 п.п.   ·   теряют маршрут 43 отсчёта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484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36667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2.36 п.п.   ·   Δmean 1.94 п.п.   ·   теряют маршрут 42 отсчёта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три пункта затронуты у каждого из лидеров. Кнопка «применить отказ» переносит виртуальный отказ в сценарий — инженер сразу видит перестроение.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1600200"/>
            <a:ext cx="44805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пути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ищется путь, не пересекающийся с основным по спутникам (node-disjoint)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времени с резервом — метрика запаса прочности каждого пункта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базовом сценарии резерв существует в 17–38% подключённого времени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переключения маршрутов считаются аналитикой (route changes), на доступность не влияют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РАЗВИТИЕ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входит в базовую модель — и следующий шаг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рамками базовой модели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рельеф и локальный горизонт пунктов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городская застройка и локальные препятствия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многолучёвость и радиочастотный бюджет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(вспомогательная функция sunlight вне рамок кейса)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handover — по разъяснению эксперта независимый выбор маршрута на каждом шаге достаточен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7E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Site-specific horizon mask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маска горизонта для каждого пункта поверх официальной модели возвышения — рельеф и urban obstruction без изменения ядра орбитальной модели.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11480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готово к этому: </a:t>
            </a:r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принимает любые environment-значения из JSON, валидация изолирована, регрессионные тесты не дадут тихо изменить официальную модель.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Рельеф/застройка упомянуты постановщиком как развитие и не влияют на текущие критерии оценки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Устойчивая спутниковая группировка — инженерный веб-сервис</dc:title>
  <dc:subject>PptxGenJS Presentation</dc:subject>
  <dc:creator>Команда kosmo-nizni_klodiki_148</dc:creator>
  <cp:lastModifiedBy>Команда kosmo-nizni_klodiki_148</cp:lastModifiedBy>
  <cp:revision>1</cp:revision>
  <dcterms:created xsi:type="dcterms:W3CDTF">2026-09-12T17:16:22Z</dcterms:created>
  <dcterms:modified xsi:type="dcterms:W3CDTF">2026-09-12T17:16:22Z</dcterms:modified>
</cp:coreProperties>
</file>